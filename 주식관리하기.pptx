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5E389-9D10-4B49-997A-36F201D56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7022C2-AD6C-4030-8711-F69FC56C8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890425-5FDF-4400-9E4A-CC3A14CD0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D78A0-2856-4652-B61C-F6A6DB94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07D9B9-E749-42DA-9998-1C280474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35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AA0AC-361C-45E7-B5C8-85F907E4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F6931-C83C-44B3-8797-09E6B2ADC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A87CB-935F-428F-9B49-364626FA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CA36A4-9807-4784-A84D-E1DBC2AF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9982FB-4DB8-4DCB-A003-1E809D8B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EB039-017A-4CB7-B6C1-B1A1630A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854123-5F8D-4F4B-A17B-3BF2FD44E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E0A63-EA35-4B05-BFC1-185EF159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A7B82-C7A9-4C92-A4F2-798A66325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2DB70C-E87A-4C26-892D-3F82E718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39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F8D25-5B18-48C8-A56F-592A9AF0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385DB-4CE8-4F02-A501-5FFB2EFFA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BCEF0C-87FC-49D9-BB4E-3ADEC72F7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6B81FC-8F16-405C-9D8F-0B59C33D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B33AFF-FA0F-41E2-9AF9-D6A4BD1E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2FA59-2C9A-47FC-B942-521A71F8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31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382B4-6BB7-403C-BCD3-6DC8C57CC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1AFF0F-1C40-4918-9663-5F7306922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C9C27C-F5D7-4E56-BB5D-477DB77A8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9AFBCE-FFDD-47B6-A0C6-D610407DD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5AF1C7-F67C-448F-9E14-371F14EEA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AEAC57-39C3-4A0C-BC4A-B81DF903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F88EA2-CCC3-4323-8127-BC2365FD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CCCD0C-5FCD-4C2F-A5DA-61571892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85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13E65-F182-4017-AFD0-918F751E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8649E5-11EE-4089-92B9-47A3A0FE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A8B665-E97C-4583-BFF6-728911F7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CF87A4-DC12-4F6D-A717-50C2FC10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A7501C-088E-432E-84D9-7BC49655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3D06A4-F9AB-49F7-9B4D-3B1FDF45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FFB092-04F0-43A0-98A9-9D02F52A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67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AEEFF-CB2E-4E37-8F5E-91ACD248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6E2F3-B705-4DD8-8176-5F36595BC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23B545-BDC9-4385-AEFC-EFCB1E063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872AB-5DE2-4800-B2BB-03F9443E1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526739-3E37-4C3E-BD2E-D1400757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3B4140-E07C-4DE1-B43A-C2440F1F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11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F7B4A-4F2C-46EE-A238-28B49A8B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EBFE9B-53DB-42FE-8C25-A8985E8FD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7704A1-C520-411B-969D-29890F497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7100EB-3C3E-4691-8BFC-2B2D88AD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D9654C-5DE9-45D8-9314-7A1A8F6F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2E190C-B366-4979-84D1-BA31046E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68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42DBE-7F9B-47A5-A2D3-069A4517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D91D96-3145-45B1-9EDF-E3F40A538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5C909D-D462-4A2D-B1B1-ABA58FE5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E4938-50B6-4BBF-8479-8BD15D7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46B8F5-8693-43E5-872E-310CA13E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64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41E741-0BF4-44B7-9B22-D43B86400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F70D65-7CE9-48DC-B388-AC3DC7825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9F270-EC70-4614-AFDC-8F95083C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35DF22-5838-4337-8BFA-A02DAA2A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7D8F5-A675-44E5-850B-34479A5F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62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F5BEBF-7E64-4C46-90C1-9C0C5D34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8C2E5-D997-4448-845D-D047AECF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2B6CA-1672-40F0-89E3-65EF61AB5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4D21B-6F06-4046-9F0B-40126C61FBF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F130DD-5EF2-4985-9952-8B8741B85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EF25A6-91DB-45AC-8891-CD3EBF7AC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27F73-B050-4E3E-8CDF-4B7368F61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9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C7A4897-C85A-4DA5-A828-A95768467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884" y="1571901"/>
            <a:ext cx="9144000" cy="1655762"/>
          </a:xfrm>
        </p:spPr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강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단계별 프롬프트와 함께 </a:t>
            </a:r>
            <a:r>
              <a:rPr lang="ko-KR" altLang="en-US" dirty="0" err="1"/>
              <a:t>클로드</a:t>
            </a:r>
            <a:r>
              <a:rPr lang="ko-KR" altLang="en-US" dirty="0"/>
              <a:t> 코드 명령어 익히기</a:t>
            </a:r>
          </a:p>
        </p:txBody>
      </p:sp>
    </p:spTree>
    <p:extLst>
      <p:ext uri="{BB962C8B-B14F-4D97-AF65-F5344CB8AC3E}">
        <p14:creationId xmlns:p14="http://schemas.microsoft.com/office/powerpoint/2010/main" val="313796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FFC8B-8E6B-4545-A3B1-D3EB77A0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04</a:t>
            </a:r>
            <a:r>
              <a:rPr lang="ko-KR" altLang="en-US" sz="2400" b="1" dirty="0"/>
              <a:t>장</a:t>
            </a:r>
            <a:r>
              <a:rPr lang="en-US" altLang="ko-KR" sz="2400" b="1" dirty="0"/>
              <a:t>: </a:t>
            </a:r>
            <a:r>
              <a:rPr lang="ko-KR" altLang="en-US" sz="2400" b="1" dirty="0" err="1"/>
              <a:t>클로드</a:t>
            </a:r>
            <a:r>
              <a:rPr lang="ko-KR" altLang="en-US" sz="2400" b="1" dirty="0"/>
              <a:t> 코드 실전 활용</a:t>
            </a:r>
            <a:br>
              <a:rPr lang="ko-KR" altLang="en-US" sz="2000" b="1" dirty="0"/>
            </a:br>
            <a:r>
              <a:rPr lang="en-US" altLang="ko-KR" sz="2000" b="1" dirty="0"/>
              <a:t>04-1 </a:t>
            </a:r>
            <a:r>
              <a:rPr lang="ko-KR" altLang="en-US" sz="2000" b="1" dirty="0"/>
              <a:t>단계별 프롬프트와 함께 </a:t>
            </a:r>
            <a:r>
              <a:rPr lang="ko-KR" altLang="en-US" sz="2000" b="1" dirty="0" err="1"/>
              <a:t>클로드</a:t>
            </a:r>
            <a:r>
              <a:rPr lang="ko-KR" altLang="en-US" sz="2000" b="1" dirty="0"/>
              <a:t> 코드 명령어 익히기</a:t>
            </a:r>
            <a:br>
              <a:rPr lang="ko-KR" altLang="en-US" sz="2000" b="1" dirty="0"/>
            </a:br>
            <a:r>
              <a:rPr lang="en-US" altLang="ko-KR" sz="2000" b="1" dirty="0"/>
              <a:t>PRD </a:t>
            </a:r>
            <a:r>
              <a:rPr lang="ko-KR" altLang="en-US" sz="2000" b="1" dirty="0"/>
              <a:t>작성 요청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FFCA0-733E-40CD-A3F5-14B4B53B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2000" dirty="0"/>
              <a:t>주식 포트폴리오를 관리하는</a:t>
            </a:r>
            <a:r>
              <a:rPr lang="ko-KR" altLang="ko-KR" sz="2000" dirty="0"/>
              <a:t> 앱을 만들고 싶어</a:t>
            </a:r>
            <a:r>
              <a:rPr lang="en-US" altLang="ko-KR" sz="2000" dirty="0"/>
              <a:t>. PRD</a:t>
            </a:r>
            <a:r>
              <a:rPr lang="ko-KR" altLang="ko-KR" sz="2000" dirty="0"/>
              <a:t>를 작성해줘</a:t>
            </a:r>
            <a:r>
              <a:rPr lang="en-US" altLang="ko-KR" sz="2000" dirty="0"/>
              <a:t>.</a:t>
            </a:r>
            <a:endParaRPr lang="ko-KR" altLang="ko-KR" sz="2000" dirty="0"/>
          </a:p>
          <a:p>
            <a:pPr latinLnBrk="0"/>
            <a:r>
              <a:rPr lang="ko-KR" altLang="en-US" sz="2000" dirty="0"/>
              <a:t>주식 이름을 입력하면 코드를 포함해서 평균매입단가</a:t>
            </a:r>
            <a:r>
              <a:rPr lang="en-US" altLang="ko-KR" sz="2000" dirty="0"/>
              <a:t>, </a:t>
            </a:r>
            <a:r>
              <a:rPr lang="ko-KR" altLang="en-US" sz="2000" dirty="0"/>
              <a:t>현재가격</a:t>
            </a:r>
            <a:r>
              <a:rPr lang="en-US" altLang="ko-KR" sz="2000" dirty="0"/>
              <a:t>, </a:t>
            </a:r>
            <a:r>
              <a:rPr lang="ko-KR" altLang="en-US" sz="2000" dirty="0"/>
              <a:t>수익률</a:t>
            </a:r>
            <a:r>
              <a:rPr lang="en-US" altLang="ko-KR" sz="2000" dirty="0"/>
              <a:t>, 90</a:t>
            </a:r>
            <a:r>
              <a:rPr lang="ko-KR" altLang="en-US" sz="2000" dirty="0"/>
              <a:t>일 주식차트</a:t>
            </a:r>
            <a:r>
              <a:rPr lang="en-US" altLang="ko-KR" sz="2000" dirty="0"/>
              <a:t>, 90</a:t>
            </a:r>
            <a:r>
              <a:rPr lang="ko-KR" altLang="en-US" sz="2000" dirty="0"/>
              <a:t>일 거래량 그래프</a:t>
            </a:r>
            <a:r>
              <a:rPr lang="en-US" altLang="ko-KR" sz="2000" dirty="0"/>
              <a:t>, CANSLIM</a:t>
            </a:r>
            <a:r>
              <a:rPr lang="ko-KR" altLang="en-US" sz="2000" dirty="0"/>
              <a:t> 항목별 </a:t>
            </a:r>
            <a:r>
              <a:rPr lang="en-US" altLang="ko-KR" sz="2000" dirty="0"/>
              <a:t>10</a:t>
            </a:r>
            <a:r>
              <a:rPr lang="ko-KR" altLang="en-US" sz="2000" dirty="0"/>
              <a:t>점 만점점수로 보여주고</a:t>
            </a:r>
            <a:r>
              <a:rPr lang="en-US" altLang="ko-KR" sz="2000" dirty="0"/>
              <a:t>, </a:t>
            </a:r>
            <a:r>
              <a:rPr lang="ko-KR" altLang="en-US" sz="2000" dirty="0"/>
              <a:t>조합 평균점수</a:t>
            </a:r>
            <a:r>
              <a:rPr lang="en-US" altLang="ko-KR" sz="2000" dirty="0"/>
              <a:t>, </a:t>
            </a:r>
            <a:r>
              <a:rPr lang="ko-KR" altLang="en-US" sz="2000" dirty="0"/>
              <a:t>비중확대 축소</a:t>
            </a:r>
            <a:r>
              <a:rPr lang="en-US" altLang="ko-KR" sz="2000" dirty="0"/>
              <a:t>, </a:t>
            </a:r>
            <a:r>
              <a:rPr lang="ko-KR" altLang="en-US" sz="2000" dirty="0"/>
              <a:t>그 주식 최근 동향을 가져오는 </a:t>
            </a:r>
            <a:r>
              <a:rPr lang="ko-KR" altLang="ko-KR" sz="2000" dirty="0"/>
              <a:t> 관리하는 개인용 앱이야</a:t>
            </a:r>
            <a:r>
              <a:rPr lang="en-US" altLang="ko-KR" sz="2000" dirty="0"/>
              <a:t>.</a:t>
            </a:r>
            <a:endParaRPr lang="ko-KR" altLang="ko-KR" sz="2000" dirty="0"/>
          </a:p>
          <a:p>
            <a:pPr latinLnBrk="0"/>
            <a:r>
              <a:rPr lang="ko-KR" altLang="ko-KR" sz="2000" dirty="0"/>
              <a:t>주요 기능은</a:t>
            </a:r>
            <a:r>
              <a:rPr lang="en-US" altLang="ko-KR" sz="2000" dirty="0"/>
              <a:t>:</a:t>
            </a:r>
            <a:endParaRPr lang="ko-KR" altLang="ko-KR" sz="2000" dirty="0"/>
          </a:p>
          <a:p>
            <a:pPr latinLnBrk="0"/>
            <a:r>
              <a:rPr lang="en-US" altLang="ko-KR" sz="2000" dirty="0"/>
              <a:t>- </a:t>
            </a:r>
            <a:r>
              <a:rPr lang="ko-KR" altLang="en-US" sz="2000" dirty="0"/>
              <a:t>주식 포트폴리오</a:t>
            </a:r>
            <a:r>
              <a:rPr lang="ko-KR" altLang="ko-KR" sz="2000" dirty="0"/>
              <a:t> 추가</a:t>
            </a:r>
            <a:r>
              <a:rPr lang="en-US" altLang="ko-KR" sz="2000" dirty="0"/>
              <a:t>, </a:t>
            </a:r>
            <a:r>
              <a:rPr lang="ko-KR" altLang="ko-KR" sz="2000" dirty="0"/>
              <a:t>수정</a:t>
            </a:r>
            <a:r>
              <a:rPr lang="en-US" altLang="ko-KR" sz="2000" dirty="0"/>
              <a:t>, </a:t>
            </a:r>
            <a:r>
              <a:rPr lang="ko-KR" altLang="ko-KR" sz="2000" dirty="0"/>
              <a:t>삭제</a:t>
            </a:r>
          </a:p>
          <a:p>
            <a:pPr latinLnBrk="0"/>
            <a:r>
              <a:rPr lang="en-US" altLang="ko-KR" sz="2000" dirty="0"/>
              <a:t>- </a:t>
            </a:r>
            <a:r>
              <a:rPr lang="ko-KR" altLang="en-US" sz="2000" dirty="0"/>
              <a:t>주식투자 아이디어 항목 입력</a:t>
            </a:r>
            <a:endParaRPr lang="en-US" altLang="ko-KR" sz="2000" dirty="0"/>
          </a:p>
          <a:p>
            <a:pPr latinLnBrk="0"/>
            <a:r>
              <a:rPr lang="en-US" altLang="ko-KR" sz="2000" dirty="0"/>
              <a:t>- </a:t>
            </a:r>
            <a:r>
              <a:rPr lang="ko-KR" altLang="ko-KR" sz="2000" dirty="0"/>
              <a:t>카테고리 분류</a:t>
            </a:r>
            <a:r>
              <a:rPr lang="en-US" altLang="ko-KR" sz="2000" dirty="0"/>
              <a:t> (</a:t>
            </a:r>
            <a:r>
              <a:rPr lang="ko-KR" altLang="en-US" sz="2000" dirty="0"/>
              <a:t>산업분류</a:t>
            </a:r>
            <a:r>
              <a:rPr lang="en-US" altLang="ko-KR" sz="2000" dirty="0"/>
              <a:t>)</a:t>
            </a:r>
            <a:endParaRPr lang="ko-KR" altLang="ko-KR" sz="2000" dirty="0"/>
          </a:p>
          <a:p>
            <a:pPr latinLnBrk="0"/>
            <a:r>
              <a:rPr lang="en-US" altLang="ko-KR" sz="2000" dirty="0"/>
              <a:t>- </a:t>
            </a:r>
            <a:r>
              <a:rPr lang="ko-KR" altLang="en-US" sz="2000" dirty="0"/>
              <a:t>전체 수익률 </a:t>
            </a:r>
            <a:r>
              <a:rPr lang="ko-KR" altLang="ko-KR" sz="2000" dirty="0"/>
              <a:t>보기</a:t>
            </a:r>
          </a:p>
          <a:p>
            <a:pPr latinLnBrk="0"/>
            <a:r>
              <a:rPr lang="en-US" altLang="ko-KR" sz="2000" dirty="0"/>
              <a:t>- </a:t>
            </a:r>
            <a:r>
              <a:rPr lang="ko-KR" altLang="ko-KR" sz="2000" dirty="0"/>
              <a:t>브라우저에서 바로 실행되고</a:t>
            </a:r>
            <a:r>
              <a:rPr lang="en-US" altLang="ko-KR" sz="2000" dirty="0"/>
              <a:t>, </a:t>
            </a:r>
            <a:r>
              <a:rPr lang="ko-KR" altLang="ko-KR" sz="2000" dirty="0" err="1"/>
              <a:t>새로고침</a:t>
            </a:r>
            <a:r>
              <a:rPr lang="en-US" altLang="ko-KR" sz="2000" dirty="0"/>
              <a:t> </a:t>
            </a:r>
            <a:r>
              <a:rPr lang="ko-KR" altLang="ko-KR" sz="2000" dirty="0"/>
              <a:t>해도 데이터가 사라지지 않았으면 </a:t>
            </a:r>
            <a:r>
              <a:rPr lang="ko-KR" altLang="ko-KR" sz="2000" dirty="0" err="1"/>
              <a:t>좋겠어</a:t>
            </a:r>
            <a:r>
              <a:rPr lang="en-US" altLang="ko-KR" sz="2000" dirty="0"/>
              <a:t>.</a:t>
            </a:r>
            <a:endParaRPr lang="ko-KR" altLang="ko-KR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215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1F048-70FA-4B22-89A9-0F5CA28C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sz="3200" b="1" dirty="0"/>
              <a:t>단계별 프롬프트 생성</a:t>
            </a:r>
            <a:br>
              <a:rPr lang="ko-KR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E0BB3-06A0-437B-808B-0BF21605D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ko-KR" altLang="ko-KR" dirty="0"/>
              <a:t>이</a:t>
            </a:r>
            <a:r>
              <a:rPr lang="en-US" altLang="ko-KR" dirty="0"/>
              <a:t> PRD</a:t>
            </a:r>
            <a:r>
              <a:rPr lang="ko-KR" altLang="ko-KR" dirty="0"/>
              <a:t>를 </a:t>
            </a:r>
            <a:r>
              <a:rPr lang="ko-KR" altLang="ko-KR" dirty="0" err="1"/>
              <a:t>클로드</a:t>
            </a:r>
            <a:r>
              <a:rPr lang="ko-KR" altLang="ko-KR" dirty="0"/>
              <a:t> 코드에서 사용할 단계별 프롬프트로 변환해 줘</a:t>
            </a:r>
            <a:r>
              <a:rPr lang="en-US" altLang="ko-KR" dirty="0"/>
              <a:t>.</a:t>
            </a:r>
            <a:endParaRPr lang="ko-KR" altLang="ko-KR" dirty="0"/>
          </a:p>
          <a:p>
            <a:pPr latinLnBrk="0"/>
            <a:r>
              <a:rPr lang="en-US" altLang="ko-KR" dirty="0"/>
              <a:t>5</a:t>
            </a:r>
            <a:r>
              <a:rPr lang="ko-KR" altLang="ko-KR" dirty="0"/>
              <a:t>개의 핵심 단계로 정리해서 각 단계마다 명확한 지시 사항을 만들어 줘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688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3EC87-7C8D-44E1-8797-19A195F1F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b="1" dirty="0">
                <a:latin typeface="Arial" panose="020B0604020202020204" pitchFamily="34" charset="0"/>
              </a:rPr>
              <a:t>🛠️ </a:t>
            </a:r>
            <a:r>
              <a:rPr lang="ko-KR" altLang="ko-KR" sz="2800" b="1" dirty="0" err="1">
                <a:latin typeface="Arial" panose="020B0604020202020204" pitchFamily="34" charset="0"/>
              </a:rPr>
              <a:t>StockLens</a:t>
            </a:r>
            <a:r>
              <a:rPr lang="ko-KR" altLang="ko-KR" sz="2800" b="1" dirty="0">
                <a:latin typeface="Arial" panose="020B0604020202020204" pitchFamily="34" charset="0"/>
              </a:rPr>
              <a:t> — </a:t>
            </a:r>
            <a:r>
              <a:rPr lang="ko-KR" altLang="ko-KR" sz="2800" b="1" dirty="0" err="1">
                <a:latin typeface="Arial" panose="020B0604020202020204" pitchFamily="34" charset="0"/>
              </a:rPr>
              <a:t>Claude</a:t>
            </a:r>
            <a:r>
              <a:rPr lang="ko-KR" altLang="ko-KR" sz="2800" b="1" dirty="0">
                <a:latin typeface="Arial" panose="020B0604020202020204" pitchFamily="34" charset="0"/>
              </a:rPr>
              <a:t> </a:t>
            </a:r>
            <a:r>
              <a:rPr lang="ko-KR" altLang="ko-KR" sz="2800" b="1" dirty="0" err="1">
                <a:latin typeface="Arial" panose="020B0604020202020204" pitchFamily="34" charset="0"/>
              </a:rPr>
              <a:t>Code</a:t>
            </a:r>
            <a:r>
              <a:rPr lang="ko-KR" altLang="ko-KR" sz="2800" b="1" dirty="0">
                <a:latin typeface="Arial" panose="020B0604020202020204" pitchFamily="34" charset="0"/>
              </a:rPr>
              <a:t> 단계별 프롬프트</a:t>
            </a:r>
            <a:br>
              <a:rPr lang="ko-KR" altLang="ko-KR" b="1" dirty="0">
                <a:latin typeface="Arial" panose="020B0604020202020204" pitchFamily="34" charset="0"/>
              </a:rPr>
            </a:b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E89AC3-9E8A-4AA8-8378-9C11C2115A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🛠️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StockLens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Claude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단계별 프롬프트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사용법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각 단계를 순서대로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Claude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붙여넣으세요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이전 단계가 완료된 것을 확인한 후 다음 단계로 넘어가세요.</a:t>
            </a:r>
          </a:p>
        </p:txBody>
      </p:sp>
    </p:spTree>
    <p:extLst>
      <p:ext uri="{BB962C8B-B14F-4D97-AF65-F5344CB8AC3E}">
        <p14:creationId xmlns:p14="http://schemas.microsoft.com/office/powerpoint/2010/main" val="1205949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F9E1F-1912-4B1D-AA5D-234BB947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902"/>
            <a:ext cx="10515600" cy="49055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STEP 1 — </a:t>
            </a:r>
            <a:r>
              <a:rPr lang="ko-KR" altLang="en-US" sz="2400" dirty="0"/>
              <a:t>프로젝트 뼈대 </a:t>
            </a:r>
            <a:r>
              <a:rPr lang="en-US" altLang="ko-KR" sz="2400" dirty="0"/>
              <a:t>+ </a:t>
            </a:r>
            <a:r>
              <a:rPr lang="ko-KR" altLang="en-US" sz="2400" dirty="0"/>
              <a:t>포트폴리오 </a:t>
            </a:r>
            <a:r>
              <a:rPr lang="en-US" altLang="ko-KR" sz="2400" dirty="0"/>
              <a:t>CRUD + </a:t>
            </a:r>
            <a:r>
              <a:rPr lang="en-US" altLang="ko-KR" sz="2400" dirty="0" err="1"/>
              <a:t>localStorage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45AAF-2299-4580-9158-2C7E01951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10" y="800325"/>
            <a:ext cx="10515600" cy="4351338"/>
          </a:xfrm>
        </p:spPr>
        <p:txBody>
          <a:bodyPr>
            <a:normAutofit/>
          </a:bodyPr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79665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10DAB-825F-45EC-804A-0B09EBACC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altLang="ko-KR" sz="2400" dirty="0"/>
              <a:t>STEP 2 — Yahoo Finance </a:t>
            </a:r>
            <a:r>
              <a:rPr lang="ko-KR" altLang="en-US" sz="2400" dirty="0"/>
              <a:t>연동 </a:t>
            </a:r>
            <a:r>
              <a:rPr lang="en-US" altLang="ko-KR" sz="2400" dirty="0"/>
              <a:t>(</a:t>
            </a:r>
            <a:r>
              <a:rPr lang="ko-KR" altLang="en-US" sz="2400" dirty="0"/>
              <a:t>현재가 </a:t>
            </a:r>
            <a:r>
              <a:rPr lang="en-US" altLang="ko-KR" sz="2400" dirty="0"/>
              <a:t>+ 90</a:t>
            </a:r>
            <a:r>
              <a:rPr lang="ko-KR" altLang="en-US" sz="2400" dirty="0"/>
              <a:t>일 차트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A3184-59D6-494B-ADA0-6C0A01DBC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679"/>
            <a:ext cx="10515600" cy="5170284"/>
          </a:xfrm>
        </p:spPr>
        <p:txBody>
          <a:bodyPr>
            <a:normAutofit/>
          </a:bodyPr>
          <a:lstStyle/>
          <a:p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99735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2CA21-1B11-4D70-A768-66029806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STEP 3 — Claude AI </a:t>
            </a:r>
            <a:r>
              <a:rPr lang="ko-KR" altLang="en-US" sz="2800" dirty="0"/>
              <a:t>연동 </a:t>
            </a:r>
            <a:r>
              <a:rPr lang="en-US" altLang="ko-KR" sz="2800" dirty="0"/>
              <a:t>(CANSLIM </a:t>
            </a:r>
            <a:r>
              <a:rPr lang="ko-KR" altLang="en-US" sz="2800" dirty="0"/>
              <a:t>점수 </a:t>
            </a:r>
            <a:r>
              <a:rPr lang="en-US" altLang="ko-KR" sz="2800" dirty="0"/>
              <a:t>+ </a:t>
            </a:r>
            <a:r>
              <a:rPr lang="ko-KR" altLang="en-US" sz="2800" dirty="0"/>
              <a:t>최신 동향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D92052-8722-45E8-AFD5-0AD7C862D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92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3AA7D-5D13-4898-886D-1D001AF1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STEP 4 — </a:t>
            </a:r>
            <a:r>
              <a:rPr lang="ko-KR" altLang="en-US" sz="2800" dirty="0"/>
              <a:t>포트폴리오 대시보드 </a:t>
            </a:r>
            <a:r>
              <a:rPr lang="en-US" altLang="ko-KR" sz="2800" dirty="0"/>
              <a:t>+ </a:t>
            </a:r>
            <a:r>
              <a:rPr lang="ko-KR" altLang="en-US" sz="2800" dirty="0"/>
              <a:t>산업 분류 차트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76EE0E-31ED-4ECE-AE52-D4D44EA2B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421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AE364-ADDA-4239-8A32-72ACFCC1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STEP 5 — </a:t>
            </a:r>
            <a:r>
              <a:rPr lang="ko-KR" altLang="en-US" sz="2400" dirty="0"/>
              <a:t>데이터 관리 </a:t>
            </a:r>
            <a:r>
              <a:rPr lang="en-US" altLang="ko-KR" sz="2400" dirty="0"/>
              <a:t>+ </a:t>
            </a:r>
            <a:r>
              <a:rPr lang="ko-KR" altLang="en-US" sz="2400" dirty="0"/>
              <a:t>최종 </a:t>
            </a:r>
            <a:r>
              <a:rPr lang="ko-KR" altLang="en-US" sz="2400" dirty="0" err="1"/>
              <a:t>폴리싱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B4429-83A2-4207-BD6F-6E6128AE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6767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B644-F417-45C6-A67C-4FF94DED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055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32FCB-0DA7-459F-A614-4042EC8A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919" y="978337"/>
            <a:ext cx="10515600" cy="1325563"/>
          </a:xfrm>
        </p:spPr>
        <p:txBody>
          <a:bodyPr/>
          <a:lstStyle/>
          <a:p>
            <a:r>
              <a:rPr lang="en-US" altLang="ko-KR" dirty="0"/>
              <a:t>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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626AB5-60C6-4DED-82AB-90A3DB0D4996}"/>
              </a:ext>
            </a:extLst>
          </p:cNvPr>
          <p:cNvSpPr/>
          <p:nvPr/>
        </p:nvSpPr>
        <p:spPr>
          <a:xfrm>
            <a:off x="1081481" y="2186186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/>
              <a:t>curl</a:t>
            </a:r>
            <a:r>
              <a:rPr lang="ko-KR" altLang="en-US" dirty="0"/>
              <a:t> https://api.anthropic.com/v1/messages \</a:t>
            </a:r>
          </a:p>
          <a:p>
            <a:r>
              <a:rPr lang="ko-KR" altLang="en-US" dirty="0"/>
              <a:t>        --</a:t>
            </a:r>
            <a:r>
              <a:rPr lang="ko-KR" altLang="en-US" dirty="0" err="1"/>
              <a:t>header</a:t>
            </a:r>
            <a:r>
              <a:rPr lang="ko-KR" altLang="en-US" dirty="0"/>
              <a:t> "</a:t>
            </a:r>
            <a:r>
              <a:rPr lang="ko-KR" altLang="en-US" dirty="0" err="1"/>
              <a:t>x-api-key</a:t>
            </a:r>
            <a:r>
              <a:rPr lang="ko-KR" altLang="en-US" dirty="0"/>
              <a:t>: 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" \</a:t>
            </a:r>
          </a:p>
          <a:p>
            <a:r>
              <a:rPr lang="ko-KR" altLang="en-US" dirty="0"/>
              <a:t>        --</a:t>
            </a:r>
            <a:r>
              <a:rPr lang="ko-KR" altLang="en-US" dirty="0" err="1"/>
              <a:t>header</a:t>
            </a:r>
            <a:r>
              <a:rPr lang="ko-KR" altLang="en-US" dirty="0"/>
              <a:t> "</a:t>
            </a:r>
            <a:r>
              <a:rPr lang="ko-KR" altLang="en-US" dirty="0" err="1"/>
              <a:t>anthropic-version</a:t>
            </a:r>
            <a:r>
              <a:rPr lang="ko-KR" altLang="en-US" dirty="0"/>
              <a:t>: 2023-06-01" \</a:t>
            </a:r>
          </a:p>
          <a:p>
            <a:r>
              <a:rPr lang="ko-KR" altLang="en-US" dirty="0"/>
              <a:t>        --</a:t>
            </a:r>
            <a:r>
              <a:rPr lang="ko-KR" altLang="en-US" dirty="0" err="1"/>
              <a:t>header</a:t>
            </a:r>
            <a:r>
              <a:rPr lang="ko-KR" altLang="en-US" dirty="0"/>
              <a:t> "</a:t>
            </a:r>
            <a:r>
              <a:rPr lang="ko-KR" altLang="en-US" dirty="0" err="1"/>
              <a:t>content-type</a:t>
            </a:r>
            <a:r>
              <a:rPr lang="ko-KR" altLang="en-US" dirty="0"/>
              <a:t>: </a:t>
            </a:r>
            <a:r>
              <a:rPr lang="ko-KR" altLang="en-US" dirty="0" err="1"/>
              <a:t>application</a:t>
            </a:r>
            <a:r>
              <a:rPr lang="ko-KR" altLang="en-US" dirty="0"/>
              <a:t>/</a:t>
            </a:r>
            <a:r>
              <a:rPr lang="ko-KR" altLang="en-US" dirty="0" err="1"/>
              <a:t>json</a:t>
            </a:r>
            <a:r>
              <a:rPr lang="ko-KR" altLang="en-US" dirty="0"/>
              <a:t>" \</a:t>
            </a:r>
          </a:p>
          <a:p>
            <a:r>
              <a:rPr lang="ko-KR" altLang="en-US" dirty="0"/>
              <a:t>        --</a:t>
            </a:r>
            <a:r>
              <a:rPr lang="ko-KR" altLang="en-US" dirty="0" err="1"/>
              <a:t>data</a:t>
            </a:r>
            <a:r>
              <a:rPr lang="ko-KR" altLang="en-US" dirty="0"/>
              <a:t> \</a:t>
            </a:r>
          </a:p>
          <a:p>
            <a:r>
              <a:rPr lang="ko-KR" altLang="en-US" dirty="0"/>
              <a:t>    '{</a:t>
            </a:r>
          </a:p>
          <a:p>
            <a:r>
              <a:rPr lang="ko-KR" altLang="en-US" dirty="0"/>
              <a:t>        "</a:t>
            </a:r>
            <a:r>
              <a:rPr lang="ko-KR" altLang="en-US" dirty="0" err="1"/>
              <a:t>model</a:t>
            </a:r>
            <a:r>
              <a:rPr lang="ko-KR" altLang="en-US" dirty="0"/>
              <a:t>": "claude-sonnet-4-20250514",</a:t>
            </a:r>
          </a:p>
          <a:p>
            <a:r>
              <a:rPr lang="ko-KR" altLang="en-US" dirty="0"/>
              <a:t>        "</a:t>
            </a:r>
            <a:r>
              <a:rPr lang="ko-KR" altLang="en-US" dirty="0" err="1"/>
              <a:t>max_tokens</a:t>
            </a:r>
            <a:r>
              <a:rPr lang="ko-KR" altLang="en-US" dirty="0"/>
              <a:t>": 1024,</a:t>
            </a:r>
          </a:p>
          <a:p>
            <a:r>
              <a:rPr lang="ko-KR" altLang="en-US" dirty="0"/>
              <a:t>        "</a:t>
            </a:r>
            <a:r>
              <a:rPr lang="ko-KR" altLang="en-US" dirty="0" err="1"/>
              <a:t>messages</a:t>
            </a:r>
            <a:r>
              <a:rPr lang="ko-KR" altLang="en-US" dirty="0"/>
              <a:t>": [</a:t>
            </a:r>
          </a:p>
          <a:p>
            <a:r>
              <a:rPr lang="ko-KR" altLang="en-US" dirty="0"/>
              <a:t>            {"</a:t>
            </a:r>
            <a:r>
              <a:rPr lang="ko-KR" altLang="en-US" dirty="0" err="1"/>
              <a:t>role</a:t>
            </a:r>
            <a:r>
              <a:rPr lang="ko-KR" altLang="en-US" dirty="0"/>
              <a:t>": "</a:t>
            </a:r>
            <a:r>
              <a:rPr lang="ko-KR" altLang="en-US" dirty="0" err="1"/>
              <a:t>user</a:t>
            </a:r>
            <a:r>
              <a:rPr lang="ko-KR" altLang="en-US" dirty="0"/>
              <a:t>", "</a:t>
            </a:r>
            <a:r>
              <a:rPr lang="ko-KR" altLang="en-US" dirty="0" err="1"/>
              <a:t>content</a:t>
            </a:r>
            <a:r>
              <a:rPr lang="ko-KR" altLang="en-US" dirty="0"/>
              <a:t>": "</a:t>
            </a:r>
            <a:r>
              <a:rPr lang="ko-KR" altLang="en-US" dirty="0" err="1"/>
              <a:t>Hello</a:t>
            </a:r>
            <a:r>
              <a:rPr lang="ko-KR" altLang="en-US" dirty="0"/>
              <a:t>, </a:t>
            </a:r>
            <a:r>
              <a:rPr lang="ko-KR" altLang="en-US" dirty="0" err="1"/>
              <a:t>world</a:t>
            </a:r>
            <a:r>
              <a:rPr lang="ko-KR" altLang="en-US" dirty="0"/>
              <a:t>"}</a:t>
            </a:r>
          </a:p>
          <a:p>
            <a:r>
              <a:rPr lang="ko-KR" altLang="en-US" dirty="0"/>
              <a:t>        ]</a:t>
            </a:r>
          </a:p>
          <a:p>
            <a:r>
              <a:rPr lang="ko-KR" altLang="en-US" dirty="0"/>
              <a:t>    }'</a:t>
            </a:r>
          </a:p>
        </p:txBody>
      </p:sp>
    </p:spTree>
    <p:extLst>
      <p:ext uri="{BB962C8B-B14F-4D97-AF65-F5344CB8AC3E}">
        <p14:creationId xmlns:p14="http://schemas.microsoft.com/office/powerpoint/2010/main" val="492405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330</Words>
  <Application>Microsoft Office PowerPoint</Application>
  <PresentationFormat>와이드스크린</PresentationFormat>
  <Paragraphs>37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04장: 클로드 코드 실전 활용 04-1 단계별 프롬프트와 함께 클로드 코드 명령어 익히기 PRD 작성 요청</vt:lpstr>
      <vt:lpstr>단계별 프롬프트 생성 </vt:lpstr>
      <vt:lpstr>🛠️ StockLens — Claude Code 단계별 프롬프트 </vt:lpstr>
      <vt:lpstr>STEP 1 — 프로젝트 뼈대 + 포트폴리오 CRUD + localStorage</vt:lpstr>
      <vt:lpstr>STEP 2 — Yahoo Finance 연동 (현재가 + 90일 차트)</vt:lpstr>
      <vt:lpstr>STEP 3 — Claude AI 연동 (CANSLIM 점수 + 최신 동향)</vt:lpstr>
      <vt:lpstr>STEP 4 — 포트폴리오 대시보드 + 산업 분류 차트</vt:lpstr>
      <vt:lpstr>STEP 5 — 데이터 관리 + 최종 폴리싱</vt:lpstr>
      <vt:lpstr>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DP suh</dc:creator>
  <cp:lastModifiedBy>DP suh</cp:lastModifiedBy>
  <cp:revision>8</cp:revision>
  <dcterms:created xsi:type="dcterms:W3CDTF">2026-03-30T13:23:08Z</dcterms:created>
  <dcterms:modified xsi:type="dcterms:W3CDTF">2026-03-30T14:58:42Z</dcterms:modified>
</cp:coreProperties>
</file>